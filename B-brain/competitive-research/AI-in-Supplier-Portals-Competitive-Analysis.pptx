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the competitive AI positioning analysis of 7 leading B2B Fintech / P2P / Treasury players. Goal: understand what works in the market and identify unique positioning angles for StoreNext.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context slide. Explains why AI has moved from trend to a core requirement in every AP Automation, P2P, and Treasury RFP. For StoreNext: worth highlighting the value AI delivers to suppliers themselves (not just the buyer) — this is unique to a supplier portal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Nipendo positions itself as the hyperautomation platform for the P2P core — with a strong emphasis on measurable outcomes and speed of deployment. AI is framed as a governance and discrepancy resolution layer, not a buzzword. Key takeaway: the emphasis on 'go live in days' and 95% supplier adoption are very strong hooks for the CFO/Procurement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Tradeshift speaks in 'engineer language' — AWS Textract, LLMs, ML models for zero-template processing. But they also connect this to a network narrative (1M+ businesses). The 'garbage in, garbage out' phrase they use resonates strongly with AP professionals who know the data quality problem. For StoreNext: emphasizing EDI + ERP network quality could serve as a similar positioning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Basware is the most mature player in the AI/AP space. The 2.3 billion invoice story is a massive positioning weapon — impossible to replicate. The 'AI to ROI' framing is very strong because it connects technology to CFO language. For StoreNext: if you have unique network data (e.g., transaction volumes from the Israeli market), that is the positioning asset to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Coupa is investing heavily in AI branding — everything is 'Navi'. Their narrative is 'autonomous spend management' — a network of agents acting without human intervention. Visually powerful, but sometimes feels like a vision still far from reality. For StoreNext: agent language works well, but anchor it in concrete use cases — like 'Navi Supplier Assistance Agent resolves queries 50% faster'.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Nilus is an Israeli startup (!) focused on treasury and cash management. They are very specific — concrete numbers, clear use cases, CFO language. The Liquidity Agent and Analyst Agent are excellent examples of how to name AI capabilities. For StoreNext: Nilus shows that a small Israeli company can build a strong AI brand — the key is specificity and outcome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Kyriba is the most sophisticated in their AI + Trust narrative. They have addressed the biggest fear CFOs have about AI: 'what happens with my sensitive data?'. The TAI Trust Framework is a very smart positioning approach. For StoreNext: highly relevant to the Israeli B2B market where data security is a real adoption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Finsite is an Israeli fintech connecting banks to ERP systems with AI automation. Their AI is functional rather than branded — no product name, no trust narrative, no outcome metrics on display. They serve accounting firms and finance departments with reconciliation and cash flow tools. For StoreNext: Finsite demonstrates the gap between 'AI automation' as a feature claim vs. a named, ownable AI product. StoreNext has the opportunity to leapfrog this with a branded intelligence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analysis. Three key patterns: (1) The strongest AI players are Basware, Nilus, Kyriba — with a name, metrics, and a trust narrative; (2) Coupa is strong on vision but weaker on proof points; (3) Nipendo and Finsite have the weakest AI positioning — functional automation without a branded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 for the positioning team. The message: writing 'AI-powered' is not enough. You need a name, a story, and proof with numbers. Basware's InvoiceAI and Kyriba's TAI are excellent models to follow in the enterprise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 case map shows that every player has chosen a niche: Basware = AP; Nilus = Treasury; Coupa = broad S2P; Kyriba = Liquidity; Finsite = Israeli bank-ERP reconciliation. StoreNext can claim 'we connect all the dots' — supplier collaboration + ERP integration + payments + compliance — all in one B2B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summary. Three things to remember: (1) Name your AI; (2) Prove it with concrete numbers; (3) Nobody is talking to the supplier side — that is StoreNext's differentiating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slide. These four steps can turn this analysis into a real positioning strategy. The first and most immediate step: name StoreNext's AI. That is the highest-leverage action relative to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selection slide. Five options for the AI layer brand. IQ is the recommended choice — broadest strategic scope, works across all products, signals intelligence at the business level. Use this slide in a workshop or leadership meeting to create alignment before investing in brand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IQ Product Family slide. This is the go-to slide for presenting the AI brand architecture to leadership, partners, or enterprise buyers. Every capability maps to a named IQ product — making the AI layer feel like a deliberate platform, not a collection of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logo directions for StoreNext IQ. Direction A (Hexagon + IQ magnifying glass + red sparkle) is the most distinctive and differentiating — the Q-as-magnifying-glass is a triple meaning: letter Q, search metaphor, and AI intelligence signal. The red sparkle inside the lens is the insight moment. Direction B (Bold IQ wordmark) is the fastest to implement and clearest at all sizes. Direction C (Circle badge) is optimized for app store and integration contexts. Recommended path: Direction A as the long-term brand mark, Direction B as the short-term implementation while design is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60D19"/>
          </a:solidFill>
          <a:ln w="12700">
            <a:solidFill>
              <a:srgbClr val="060D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384048" cy="246888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384048" cy="53035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73352"/>
            <a:ext cx="384048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8138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Leading B2B Platforms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in Supplier &amp; Payments Portals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AI Positioning Benchmark:  Nipendo  ·  Tradeshift  ·  Basware  ·  Coupa  ·  Nilus  ·  Kyriba  ·  Finsite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40740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Prepared for StoreNext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Matters in Supplier &amp; Payments Portals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The Business Case for Intelligence Across the Finance Stack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05256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850392"/>
            <a:ext cx="3767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Invoice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1078992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 eliminates manual data entry — reducing AP cycle times by 40–70% and enabling touchless processing at scale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746504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691640"/>
            <a:ext cx="3767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Anomaly &amp; Fraud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920240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ML models flag duplicate payments, pricing deviations, and suspicious transactions before they clear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87752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532888"/>
            <a:ext cx="3767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Supplier Onboarding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276148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AI-powered identity verification and auto-matching accelerate supplier activation from weeks to days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905256"/>
            <a:ext cx="146304" cy="14630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85039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Cash Flow Forecasting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82896" y="1078992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Predictive models analyze historical patterns to surface liquidity risks before they become crises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746504"/>
            <a:ext cx="146304" cy="14630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69164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Dispute Resolution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2896" y="1920240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Natural language processing automates supplier query responses and routes exceptions intelligently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587752"/>
            <a:ext cx="146304" cy="14630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532888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Reconciliation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2896" y="2761488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 matches multi-source documents (POs, GRNs, invoices, payments) at scale — eliminating the reconciliation backlog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416552"/>
            <a:ext cx="8631936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416552"/>
            <a:ext cx="8449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F46"/>
                </a:solidFill>
              </a:rPr>
              <a:t>“Finance leaders in 2026 aren’t asking whether to adopt AI — they’re asking which vendor’s AI delivers measurable ROI fastest.”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Nipendo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Hyperautomation for P2P  |  nipendo.com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AI + ML for Process Governance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“Enriched with Artificial Intelligence and Machine Learning capabilities, enabling complete automated process governance, compliance management, and discrepancy resolution.”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773936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02082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Nexa: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Fastest way to automate P2P — go live in days, 100s of suppliers connected in a week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40487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Hyperautomation Engine: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ERP-agnostic, multi-modal: B2B EDI, email, web portal, mobile app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7889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Discrepancy Resolution: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Identifies errors instantly and requires correction before ERP posting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218688"/>
            <a:ext cx="4005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2186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95%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Supplier Adoption Rate achieved with Nipendo deployments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Automated supplier onboarding &amp; PO processing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AI-driven discrepancy identification &amp; resolution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Invoice compliance enforcement before ERP posting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Proactive guidance: step-by-step automated interaction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95%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Supplier Adoption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90%+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Auto-Processed Invoices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Days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Go-Live Time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45152" y="2971800"/>
            <a:ext cx="64008" cy="4389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971800"/>
            <a:ext cx="41605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302666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“Turn P2P workflows into a controlled, automated and frictionless lifecycle — go live in days, automate from day one.”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Practical Automation  ·  Outcome-Driven  ·  ERP-Agnostic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Tradeshift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AI-Powered AP Automation &amp; Business Network  |  tradeshift.com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ML + LLMs for Document Intelligence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7315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“We’ve completely rearchitected how Tradeshift processes incoming invoice documents. At the core is a powerful new extraction engine combining advanced OCR (AWS Textract) with Large Language Models (LLMs).”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847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0939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CloudScan: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ML-based PDF-to-structured-invoice conversion (original AI product)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47802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ADA Automation Dashboard: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Visual threshold mgmt for assisted vs. automated coding decisions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86207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AI Intelligent Extraction (Spring ’26):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AWS Textract + LLMs, zero-template processing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2461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Anomaly Detection Dashboard: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Surfaces fraud, duplicates, and process breakdowns automatically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Zero-template invoice processing — AI adapts to any supplier format globally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ML identity verification for onboarding on 1M+ business network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Assisted → automated coding with human-in-the-loop threshold control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Fraud &amp; duplicate payment detection surfaced before they clear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267712"/>
            <a:ext cx="2089404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267712"/>
            <a:ext cx="208940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1M+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Businesses on Network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80276" y="2267712"/>
            <a:ext cx="2089404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0276" y="2267712"/>
            <a:ext cx="208940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Templates Required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45152" y="2971800"/>
            <a:ext cx="64008" cy="5303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971800"/>
            <a:ext cx="41605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02666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“The quality filter for our data is our network. Buyers and suppliers collaborating and validating data in real-time — what you end up with is structured data of super high quality.”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Technical Depth  ·  Network Data Quality  ·  Practical Transparency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Basware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InvoiceAI — Purpose-Built for the Entire Invoice Lifecycle  |  basware.com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InvoiceAI — Generative AI + AI Agents + Deep Learning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“At Basware, AI is not a buzzword, or a bonus feature. It’s not a nice-to-have. It’s integral to our business — and yours. Put simply, InvoiceAI is built to deliver ROI.”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755648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755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002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InvoiceAI: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End-to-end AI across the entire invoice lifecycle (ingestion to reconciliation)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3865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SmartPDF: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ML-based PDF extraction: 97%+ accuracy, zero setup, zero template maintenance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77063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SmartCoding: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Auto-coding for non-PO invoices; self-learns from every exception handled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15468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Advanced Matching: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Multi-document AI matching: invoice + PO + GR + contracts at header &amp; line 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584448"/>
            <a:ext cx="4005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58444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2.3B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invoices trained on — $10 trillion in spend across 40 years of AP expertise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Touchless invoice processing (PO and non-PO paths)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Predictive identification of invoices at risk of late payment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Automated coding that self-learns from each exception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Generative AI agents answer AP queries instantly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97%+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SmartPDF Accuracy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2.3B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Invoices Trained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Leader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Gartner MQ 2024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Expert Authority  ·  AI-to-ROI  ·  Data-at-Scale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Navi™ Agentic AI for Total Spend Management  |  coupa.com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Coupa Navi™ — Multiagent Agentic AI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“We’re moving beyond simple automation to tackle the complexity of sourcing and supplier management with a new class of autonomous AI agents. This release is a true game-changer.”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709928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7099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1956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Navi™ Supplier Assistance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24/7 autonomous responses to supplier questions — 50% faster resolution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Navi™ Supplier Discovery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Natural language queries to find best-fit suppliers — 100% faster sourcing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72491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Navi™ Cost Formula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Plain language → accurate cost formulas — 75% faster, fewer errors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10896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Navi™ Request Creation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Full SOW and file support — 50% reduction in manual entry 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538728"/>
            <a:ext cx="4005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5387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$8T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community-generated spend dataset  ·  10M+ buyers &amp; suppliers on network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Autonomous sourcing cycle acceleration (30% faster savings realization)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Supplier portal: Navi resolves common questions 24/7 autonomously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Category strategy → sourcing event execution in a single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AI-Driven Payment Security Alerts for fraud anomaly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Efficiency Gains (AP)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75%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Faster Formulas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10M+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Buyers &amp; Suppliers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45152" y="2971800"/>
            <a:ext cx="64008" cy="42062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971800"/>
            <a:ext cx="416052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302666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“Make Margins Multiply™ — From static applications to AI-guided networks that act independently: autonomous spend management.”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Agentic Vision  ·  Network Scale  ·  ROI Outcomes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Nilus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Agentic AI for Treasury &amp; Cash Management  |  nilus.com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Analyst Agent + Liquidity Agent — Agentic Treasury AI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“Legacy treasury tools are passive vaults; the Nilus Analyst Agent is an active collaborator. It automates the ‘build’ phase of reporting — aggregating data, detecting anomalies, and drafting explanations — so you can focus purely on strategy.”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865376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11226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Analyst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Auto-aggregates data, drafts CFO-ready analysis &amp; anomaly summaries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49631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Liquidity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Monitors cash positions vs. policies, recommends rebalancing actions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88036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Transaction Categorization: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 auto-tags bank statements &amp; ERP transactions for cash flow reporting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2644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AI Collection Predictions: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Learns customer payment behavior to predict when collections arrive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Cash flow forecasting with automated variance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3-way O2C reconciliation: payment processor + bank + ERP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Liquidity policy monitoring &amp; proactive breach prevention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Idle cash discovery and smart rebalancing recommendations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267712"/>
            <a:ext cx="1021842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267712"/>
            <a:ext cx="102184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Operational Cost Reduction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12714" y="2267712"/>
            <a:ext cx="1021842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2714" y="2267712"/>
            <a:ext cx="102184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95%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Forecast Accuracy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80276" y="2267712"/>
            <a:ext cx="1021842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0276" y="2267712"/>
            <a:ext cx="102184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$4M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Idle Cash Discovered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47838" y="2267712"/>
            <a:ext cx="1021842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7838" y="2267712"/>
            <a:ext cx="102184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85%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Less Manual Work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Agentic Treasury  ·  Outcome-Specific  ·  Finance-Native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Kyriba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TAI — Trusted Agentic AI for Treasury &amp; Liquidity  |  kyriba.com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TAI (Trusted AI) — Agentic AI with Trust Architecture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“Unlike others, we build our agentic AI on a foundation of trust — because successful AI adoption depends on it.”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591056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591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183794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TAI — Trusted AI: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Daily treasury reporting, variance analysis, and strategic planning via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22199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Trusted Insights: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Absolute clarity: bank statement status, urgent payments, cash positions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60604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Trusted Data: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No customer data ever used in training public models — fully isolated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99008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Self-Service Agent Builder: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Customers customize TAI to their own terminology &amp; workflows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419856"/>
            <a:ext cx="40050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198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9,900+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banks connected out-of-the-box  ·  unified treasury data in one platform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Overnight bank statement processing &amp; urgent payment alerts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Variance analysis with executive summaries ready for the CFO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Board-ready treasury health checks compiled in minutes, not days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Real-time suspicious payment stops — fraud avoidance at enterprise scale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88%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Idle Cash Reduction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&gt;$1M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Fraud Avoidance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85%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Risk Eliminated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45152" y="2971800"/>
            <a:ext cx="64008" cy="5303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971800"/>
            <a:ext cx="41605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302666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“The reason we chose Kyriba is because Kyriba keeps our data secure within its app environment — all of this is very confidential data. — Hemant Godhwani, Mews”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Trust-First AI  ·  CFO Security  ·  Enterprise Compliance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AI-Powered Bank-to-ERP Financial Automation  |  finsite.co.il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011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777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AI LABEL:  AI Automation for ERP Reconciliation (no branded AI name)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1024128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24128"/>
            <a:ext cx="3941064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07899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“FinSite connects banks to ERP systems with AI and smart automation — turning finance departments into stronger, faster units. The AI identifies matching accounts, creates journal entries, and reconciles transactions automatically every day.”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773936"/>
            <a:ext cx="4005072" cy="20116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</a:rPr>
              <a:t>AI PRODUCTS / 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202082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Bank Import Engine: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Automatic daily pull from all Israeli banks &amp; credit companies into any ERP — all currencies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404872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Auto Bank Reconciliation: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 creates journal entries per transaction, links to ERP accounts/cards — fully automated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7889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Smart Receipt Agent: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Identifies payee name from incoming transfer, matches customer card, closes invoice, generates receipt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317296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Cash Flow Forecasting: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Real-time forecasts with recurring pattern recognition and future projection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777240"/>
            <a:ext cx="4224528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77724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AI USE CASES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0872" y="1024128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Automatic daily bank statement import across all Israeli banks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1316736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AI-powered journal entry creation &amp; account matching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872" y="1609344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Anomaly detection: duplicates, compliance issues, suspicious transactions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0872" y="1901952"/>
            <a:ext cx="4178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•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Cash flow forecasting with multi-company financial dashboard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9+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ERP Systems Supported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8568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ISA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Licensed by Israeli Securities Authority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1984" y="2267712"/>
            <a:ext cx="13776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1FAE5"/>
                </a:solidFill>
              </a:rPr>
              <a:t>Daily Bank Automation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45152" y="2971800"/>
            <a:ext cx="64008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971800"/>
            <a:ext cx="416052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3026664"/>
            <a:ext cx="4041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“No branded AI product or trust narrative identified. Finsite competes on ERP integration depth and Israeli market coverage — not on a named AI layer. This is a positioning gap StoreNext can exploit.”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5152" y="4434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</a:rPr>
              <a:t>Israeli Market  ·  Bank-ERP Integration  ·  No AI Branding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Positioning Benchmark — Side-by-Side Comparison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How the 7 Platforms Stack Up Across Key AI Dimensions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22960"/>
          <a:ext cx="8686800" cy="914400"/>
        </p:xfrm>
        <a:graphic>
          <a:graphicData uri="http://schemas.openxmlformats.org/drawingml/2006/table">
            <a:tbl>
              <a:tblPr/>
              <a:tblGrid>
                <a:gridCol w="1115568"/>
                <a:gridCol w="1719072"/>
                <a:gridCol w="2487168"/>
                <a:gridCol w="1627632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AI Brand Name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Primary AI Use Cases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Positioning Tone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Specificity Level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Nipendo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AI + ML (no branded name)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Discrepancy resolution, compliance governance, invoice automation, onboarding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Practical Outcomes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Medium — results cited, limited feature detail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Tradeshift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CloudScan / ADA / LLM Extraction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Invoice extraction (LLMs+OCR), anomaly detection, coding automation, identity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Technical + Transparent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High — named features, Spring ’26 release notes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Basware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InvoiceAI (SmartPDF, SmartCoding)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Touchless AP, non-PO coding, predictive late payment, AI agents for queries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Expert Authority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Very High — 2.3B dataset, named AI modules, analyst validation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Coupa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Coupa Navi™ (Multiagent)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Supplier assistance, discovery, sourcing optimization, payment fraud, category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Agentic Vision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High — named agents with % efficiency claims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Nilus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Analyst Agent / Liquidity Agent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Cash forecasting, O2C reconciliation, liquidity monitoring, collection predictions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Agentic + Outcome Metrics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Very High — specific $ and % figures per use case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Kyriba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TAI (Trusted AI)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Treasury reporting, variance analysis, cash planning, fraud/risk monitoring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Trust-First + CFO Authority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High — trust architecture detailed, named pillars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</a:rPr>
                        <a:t>Finsite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AI Automation (no branded name)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Bank reconciliation, journal entry automation, cash flow forecasting, anomaly alerts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Israeli Market / ERP-Focused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Low — automation claims, no named AI product or outcome metrics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4425696"/>
            <a:ext cx="8686800" cy="3749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" y="4425696"/>
            <a:ext cx="8467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Pattern: The most compelling AI positioning in 2026 combines a branded AI name + specific efficiency metrics + a trust/data narrative. Basware, Nilus, and Kyriba do all three.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Competitors Name Their AI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From Generic 'AI' Claims to Branded Intelligence Layers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777240"/>
            <a:ext cx="8631936" cy="256032"/>
          </a:xfrm>
          <a:prstGeom prst="rect">
            <a:avLst/>
          </a:prstGeom>
          <a:solidFill>
            <a:srgbClr val="0A4D2E"/>
          </a:solidFill>
          <a:ln w="12700">
            <a:solidFill>
              <a:srgbClr val="0A4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TIER 1 — Branded AI Product  (Strongest Positioning)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69848"/>
            <a:ext cx="2075688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11556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Basware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InvoiceAI
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SmartPDF, SmartCoding, AI Agents, Generative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069848"/>
            <a:ext cx="2075688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1556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Coupa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Navi™
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Multiagent suite: Supplier, Discovery, Cost, Knowledge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1069848"/>
            <a:ext cx="2075688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11556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Kyriba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TAI — Trusted AI
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Trusted Insights, Trusted Connectivity, Trusted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0256" y="1069848"/>
            <a:ext cx="2075688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111556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Nilus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Analyst + Liquidity Agent
</a:t>
            </a:r>
            <a:endParaRPr lang="en-US" sz="110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Named agentic agents for treasury &amp; cash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1892808"/>
            <a:ext cx="8631936" cy="2468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8928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TIER 2 — Named Feature /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176272"/>
            <a:ext cx="8631936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1762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Tradeshift: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CloudScan, ADA Automation Dashboard, AI Document Intelligent Extraction Engine (Spring 2026), Anomaly Detection Dashboard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752344"/>
            <a:ext cx="8631936" cy="2468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5234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</a:rPr>
              <a:t>TIER 3 — Generic AI/ML Claims  (Weakest Positioning)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035808"/>
            <a:ext cx="8631936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035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Nipendo: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“enriched with AI and ML capabilities” — no product name, no trust narrative, no specific metrics  |  </a:t>
            </a:r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</a:rPr>
              <a:t>Finsite: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'AI automation' and 'AI tools' — no branded AI product or outcome metrics identified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584448"/>
            <a:ext cx="8631936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844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 2026, enterprise buyers are skeptical of generic 'AI-powered' claims. A named, branded AI product with a clear trust or data story signals maturity — and wins procurement evaluations.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Use Cases Does Each Platform Own?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Coverage Across the Finance &amp; Procurement Stack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09360" y="813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</a:rPr>
              <a:t>✔ Covered   </a:t>
            </a:r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~ Partial   </a:t>
            </a:r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— Not Covered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24712"/>
          <a:ext cx="8686800" cy="914400"/>
        </p:xfrm>
        <a:graphic>
          <a:graphicData uri="http://schemas.openxmlformats.org/drawingml/2006/table">
            <a:tbl>
              <a:tblPr/>
              <a:tblGrid>
                <a:gridCol w="1938528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AI Use Case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Nipendo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Tradeshift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Basware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Coupa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Nilus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Kyriba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Finsite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Invoice Extraction &amp; Coding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Supplier Onboarding Automation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Dispute / Discrepancy Resolution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Cash Flow Forecasting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O2C / Bank Reconciliation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Fraud &amp; Anomaly Detection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Supplier Discovery &amp; Matching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Treasury Variance Analysis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Cross-Border Payments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</a:rPr>
                        <a:t>Compliance &amp; Governance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28600" y="4590288"/>
            <a:ext cx="868680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5F46"/>
                </a:solidFill>
              </a:rPr>
              <a:t>StoreNext sits at the intersection of supplier collaboration, ERP integration, and B2B payments — a unique combination none of the above players covers end-to-end.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StoreNext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What We Learned — and How to Position Differently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07992" y="777240"/>
            <a:ext cx="27432" cy="40050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777240"/>
            <a:ext cx="4005072" cy="2468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77240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the Market Is Doing Right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0607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Named AI products win: InvoiceAI, Navi™, TAI — brands signal maturity and intent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1335024"/>
            <a:ext cx="4005072" cy="292608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Specific metrics matter: "50% faster," "97% accuracy" — vague claims don’t convert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1609344"/>
            <a:ext cx="4005072" cy="292608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Trust narrative is table stakes: data privacy + human-in-the-loop + auditability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18836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ROI language bridges tech and business: "AI to ROI" resonates with CFOs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2157984"/>
            <a:ext cx="4005072" cy="292608"/>
          </a:xfrm>
          <a:prstGeom prst="rect">
            <a:avLst/>
          </a:prstGeom>
          <a:noFill/>
          <a:ln/>
        </p:spPr>
        <p:txBody>
          <a:bodyPr wrap="square" lIns="0" tIns="635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Agentic framing is the 2026 buzzword — compelling only with concrete use cases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777240"/>
            <a:ext cx="4224528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77724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Where the Market Has Gaps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5152" y="1060704"/>
            <a:ext cx="4224528" cy="338328"/>
          </a:xfrm>
          <a:prstGeom prst="rect">
            <a:avLst/>
          </a:prstGeom>
          <a:noFill/>
          <a:ln/>
        </p:spPr>
        <p:txBody>
          <a:bodyPr wrap="square" lIns="0" tIns="635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▶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Supplier-side AI: every platform talks to the buyer — nobody positions AI as value-add for the supplier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5152" y="1371600"/>
            <a:ext cx="4224528" cy="338328"/>
          </a:xfrm>
          <a:prstGeom prst="rect">
            <a:avLst/>
          </a:prstGeom>
          <a:noFill/>
          <a:ln/>
        </p:spPr>
        <p:txBody>
          <a:bodyPr wrap="square" lIns="0" tIns="635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▶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B2B data network moat: nobody owns "richer network = smarter AI" explicitly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5152" y="1682496"/>
            <a:ext cx="4224528" cy="338328"/>
          </a:xfrm>
          <a:prstGeom prst="rect">
            <a:avLst/>
          </a:prstGeom>
          <a:noFill/>
          <a:ln/>
        </p:spPr>
        <p:txBody>
          <a:bodyPr wrap="square" lIns="0" tIns="635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▶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ERP + EDI + AI: no one positions AI as the layer that makes ERP data more accurate (not just faster)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5152" y="1993392"/>
            <a:ext cx="4224528" cy="338328"/>
          </a:xfrm>
          <a:prstGeom prst="rect">
            <a:avLst/>
          </a:prstGeom>
          <a:noFill/>
          <a:ln/>
        </p:spPr>
        <p:txBody>
          <a:bodyPr wrap="square" lIns="0" tIns="635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▶ </a:t>
            </a:r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Regional market: no competitor addresses Israeli enterprise compliance &amp; ERP ecosystem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990088"/>
            <a:ext cx="8631936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900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 the AI platform that works for both sides of the invoice — not just the buyer.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" y="3383280"/>
            <a:ext cx="2798064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47288"/>
            <a:ext cx="283464" cy="28346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472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Network Intelligence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75818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Our AI gets smarter from every supplier interaction — giving insights no standalone tool can match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63824" y="3383280"/>
            <a:ext cx="2798064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3447288"/>
            <a:ext cx="283464" cy="28346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4472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21024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Supplier Empowerment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73552" y="375818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The only platform that uses AI to reduce friction for your suppliers — not just your AP team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71616" y="3383280"/>
            <a:ext cx="2798064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3447288"/>
            <a:ext cx="283464" cy="28346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3447288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28816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ERP-Native Intelligence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81344" y="3758184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AI that lives inside your ERP workflow — for compliance, matching, and cash optimization in one motion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9"/>
          </a:solidFill>
          <a:ln w="12700">
            <a:solidFill>
              <a:srgbClr val="060D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for StoreNext AI Positioning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9456" y="43891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From Analysis to Action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60520" cy="1664208"/>
          </a:xfrm>
          <a:prstGeom prst="rect">
            <a:avLst/>
          </a:prstGeom>
          <a:solidFill>
            <a:srgbClr val="0E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416052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IMMEDIATE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Name the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380744"/>
            <a:ext cx="3941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3F0"/>
                </a:solidFill>
              </a:rPr>
              <a:t>Develop a branded AI product name and tagline for StoreNext’s intelligence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011680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</a:rPr>
              <a:t>Why: </a:t>
            </a:r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Every top competitor has a named AI. Generic claims lose enterprise evaluations.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664208"/>
          </a:xfrm>
          <a:prstGeom prst="rect">
            <a:avLst/>
          </a:prstGeom>
          <a:solidFill>
            <a:srgbClr val="0E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804672"/>
            <a:ext cx="416052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046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IMMEDIATE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8888" y="10881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Quantify the Outcomes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380744"/>
            <a:ext cx="3941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3F0"/>
                </a:solidFill>
              </a:rPr>
              <a:t>Collect 5–10 customer metrics (% automation rate, time saved, error reduction) to anchor all AI claims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011680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</a:rPr>
              <a:t>Why: </a:t>
            </a:r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Specific numbers are the #1 differentiator between compelling AI positioning and generic noise.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78608"/>
            <a:ext cx="4160520" cy="1664208"/>
          </a:xfrm>
          <a:prstGeom prst="rect">
            <a:avLst/>
          </a:prstGeom>
          <a:solidFill>
            <a:srgbClr val="0E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416052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786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NEAR-TERM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286207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the Trust 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154680"/>
            <a:ext cx="3941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3F0"/>
                </a:solidFill>
              </a:rPr>
              <a:t>Develop a data privacy + human-in-the-loop narrative tailored to Israeli enterprise buyers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Why: </a:t>
            </a:r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Kyriba TAI shows data trust is a buying criterion, not a nice-to-have.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578608"/>
            <a:ext cx="4160520" cy="1664208"/>
          </a:xfrm>
          <a:prstGeom prst="rect">
            <a:avLst/>
          </a:prstGeom>
          <a:solidFill>
            <a:srgbClr val="0E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578608"/>
            <a:ext cx="4160520" cy="23774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786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STRATEGIC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18888" y="286207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Own the Supplier AI Angle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8888" y="3154680"/>
            <a:ext cx="3941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3F0"/>
                </a:solidFill>
              </a:rPr>
              <a:t>Create positioning that speaks to suppliers — not just AP teams — as direct AI beneficiaries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3785616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EE7B7"/>
                </a:solidFill>
              </a:rPr>
              <a:t>Why: </a:t>
            </a:r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No competitor owns this space. Clear blue ocean in B2B supplier portal AI.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Source research: nipendo.com · tradeshift.com · basware.com · coupa.com · nilus.com · kyriba.com · finsite.co.il  | 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Call It?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5 name directions — choose the one that feels right for StoreNext’s AI layer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1591056" cy="2633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508760"/>
            <a:ext cx="1591056" cy="914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6459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IQ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02336" y="2386584"/>
            <a:ext cx="1298448" cy="18288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4597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StoreNext IQ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73405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FDBFE"/>
                </a:solidFill>
              </a:rPr>
              <a:t>Intelligence Quotient — elevates your business intelligence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3246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D1D5DB"/>
                </a:solidFill>
              </a:rPr>
              <a:t>Platform-wide name — works across all products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7472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D1D5DB"/>
                </a:solidFill>
              </a:rPr>
              <a:t>Expandable: Supplier IQ, Treasury IQ, EDI IQ...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D1D5DB"/>
                </a:solidFill>
              </a:rPr>
              <a:t>Signals intelligence, not just a feature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3904488"/>
            <a:ext cx="1335024" cy="2011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044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★  RECOMMENDED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52244" y="1508760"/>
            <a:ext cx="1591056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2244" y="16459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Spark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2098548" y="2386584"/>
            <a:ext cx="12984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5396" y="24597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StoreNext Spark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43684" y="273405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The ignition point — turns data into 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43684" y="3246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Memorable and energetic brand name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43684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Slightly less enterprise in tone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43684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Visual tie to existing StoreNext brand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80260" y="3904488"/>
            <a:ext cx="133502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0260" y="39044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□  VOTE FOR THIS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48456" y="1508760"/>
            <a:ext cx="1591056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16459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</a:rPr>
              <a:t>Pulse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3794760" y="2386584"/>
            <a:ext cx="12984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24597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StoreNext Pulse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39896" y="273405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Real-time signals — the heartbeat of your business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39896" y="3246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Strong for monitoring and alert use cases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39896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Narrower scope perception than IQ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39896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Real-time data narrative resonates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76472" y="3904488"/>
            <a:ext cx="133502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76472" y="39044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□  VOTE FOR THIS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344668" y="1508760"/>
            <a:ext cx="1591056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4668" y="16459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Clarity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5490972" y="2386584"/>
            <a:ext cx="12984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7820" y="24597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StoreNext Clarity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6108" y="273405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Clear answers from complex data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36108" y="3246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Business-oriented, easy to explain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36108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Less distinctive in a crowded AI market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36108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Non-technical stakeholders respond well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72684" y="3904488"/>
            <a:ext cx="133502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72684" y="39044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□  VOTE FOR THIS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040880" y="1508760"/>
            <a:ext cx="1591056" cy="2633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16459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Signal</a:t>
            </a:r>
            <a:endParaRPr lang="en-US" sz="3600" dirty="0"/>
          </a:p>
        </p:txBody>
      </p:sp>
      <p:sp>
        <p:nvSpPr>
          <p:cNvPr id="51" name="Shape 49"/>
          <p:cNvSpPr/>
          <p:nvPr/>
        </p:nvSpPr>
        <p:spPr>
          <a:xfrm>
            <a:off x="7187184" y="2386584"/>
            <a:ext cx="1298448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245973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StoreNext Signal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32320" y="273405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The right alert, at the right moment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32320" y="32461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Strong for anomaly and detection contexts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32320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Scope limited to detection, not full AI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132320" y="36850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6E"/>
                </a:solidFill>
              </a:rPr>
              <a:t>✔ </a:t>
            </a:r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Technical resonance with ops teams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168896" y="3904488"/>
            <a:ext cx="1335024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68896" y="39044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□  VOTE FOR THIS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IQ PRODUCT FAMILY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One brand. Eight capabilities. Across every StoreNext product.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886968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86968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14984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IQ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The conversation interface — instant answers on any StoreNext product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350008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All products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34590" y="886968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4590" y="886968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0894" y="1014984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IQ Insights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Proactive analysis surfaced without asking — patterns you didn't know to look for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98598" y="2350008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0894" y="2350008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Meteor · AP · Procurement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613148" y="886968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3148" y="886968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9452" y="1014984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IQ Alerts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Real-time signals: exceptions, anomalies, payment flags, and SLA breaches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77156" y="2350008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9452" y="2350008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Meteor · Supplier Portal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91706" y="886968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1706" y="886968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8010" y="1014984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IQ Recommendations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Next-best-action suggestions across workflows, from AP to treasury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5714" y="2350008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8010" y="2350008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Meteor · EZI · EDI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6032" y="2770632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770632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898648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Supplier IQ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AI for suppliers: portal status, invoices, disputes, onboarding, next steps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233672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233672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Supplier Portal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434590" y="2770632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34590" y="2770632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80894" y="2898648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Treasury IQ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Cash, liquidity, reconciliation intelligence — before problems become crises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98598" y="4233672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0894" y="4233672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Meteor · Reconciliation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13148" y="2770632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3148" y="2770632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9452" y="2898648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EDI IQ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AI that makes EDI data accurate, mapped, and actionable across ERPs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77156" y="4233672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9452" y="4233672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EDI Gateway · ERP Connect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791706" y="2770632"/>
            <a:ext cx="2096262" cy="1755648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91706" y="2770632"/>
            <a:ext cx="64008" cy="175564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8010" y="2898648"/>
            <a:ext cx="187680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IQ</a:t>
            </a:r>
            <a:endParaRPr lang="en-US" sz="120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</a:rPr>
              <a:t>Store-level and chain-level operational insights for buyers and retailers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5714" y="4233672"/>
            <a:ext cx="2032254" cy="237744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38010" y="4233672"/>
            <a:ext cx="18768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E7B7"/>
                </a:solidFill>
              </a:rPr>
              <a:t>Retail Analytics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" y="4599432"/>
            <a:ext cx="8631936" cy="2011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59943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StoreNext IQ  ·  Intelligence across Meteor, Supplier Portal, EZI, Retail Analytics — and every product that follows.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583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" y="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StoreNext IQ — Logo Direction Options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19456" y="42062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Three visual interpretations of the IQ brand mark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StoreNext Competitive Intelligence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868680"/>
            <a:ext cx="2743200" cy="36210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014984"/>
            <a:ext cx="2450592" cy="15179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051560"/>
            <a:ext cx="1591056" cy="1426464"/>
          </a:xfrm>
          <a:prstGeom prst="ellipse">
            <a:avLst/>
          </a:prstGeom>
          <a:ln w="38100">
            <a:solidFill>
              <a:srgbClr val="0E9F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051560"/>
            <a:ext cx="1591056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313432"/>
            <a:ext cx="1591056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069848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I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408176" y="1161288"/>
            <a:ext cx="804672" cy="804672"/>
          </a:xfrm>
          <a:prstGeom prst="ellipse">
            <a:avLst/>
          </a:prstGeom>
          <a:ln w="508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48256" y="1783080"/>
            <a:ext cx="256032" cy="256032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1179576"/>
            <a:ext cx="877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✦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02336" y="2532888"/>
            <a:ext cx="2450592" cy="23774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53288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DIRECTION A  —  Hexagon + IQ Magnifying Glass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2336" y="2825496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The Q doubles as a magnifying glass lens — simultaneously reading as the letter Q, a search metaphor, and an AI intelligence signal. The red sparkle inside the lens is the insight moment. The hexagon frame positions IQ as a platform-level construct, not a single-product feature.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" y="4215384"/>
            <a:ext cx="2450592" cy="20116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21538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★  RECOMMENDED — Strongest brand differentiation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868680"/>
            <a:ext cx="2743200" cy="36210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1014984"/>
            <a:ext cx="2450592" cy="15179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1014984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</a:rPr>
              <a:t>IQ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484632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529584" y="2313432"/>
            <a:ext cx="2084832" cy="7315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46704" y="2532888"/>
            <a:ext cx="245059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253288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DIRECTION B  —  Bold IQ Wordmark + Star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46704" y="2825496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The name itself is the icon. IQ in bold type is immediately readable at any size — from a 16px favicon to a 200px hero mark. The red four-pointed star anchors the StoreNext brand identity and signals the AI intelligence layer. Simplest to implement. Lowest design risk.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46704" y="4215384"/>
            <a:ext cx="2450592" cy="201168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421538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3C5FD"/>
                </a:solidFill>
              </a:rPr>
              <a:t>Best short-term path — ship fast while Direction A is finalized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144768" y="868680"/>
            <a:ext cx="2743200" cy="36210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1014984"/>
            <a:ext cx="2450592" cy="15179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65392" y="1069848"/>
            <a:ext cx="1810512" cy="1408176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93408" y="1179576"/>
            <a:ext cx="155448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1271016"/>
            <a:ext cx="1335024" cy="100584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069848"/>
            <a:ext cx="181051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IQ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78638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✦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91072" y="2532888"/>
            <a:ext cx="245059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253288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DIRECTION C  —  Circle Badge Mark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91072" y="2825496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A ringed badge format — familiar from product avatars and app icons. Reads well in circular containers (Slack, Teams, mobile apps). The double-ring suggests layered intelligence: the outer ring is the platform, the inner fill is the AI core. Optimized for app marketplace and social avatars.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91072" y="4215384"/>
            <a:ext cx="245059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421538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for app stores, Teams integration, mobile contexts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Supplier &amp; Payments Portals — Competitive Analysis</dc:title>
  <dc:subject>PptxGenJS Presentation</dc:subject>
  <dc:creator>StoreNext</dc:creator>
  <cp:lastModifiedBy>StoreNext</cp:lastModifiedBy>
  <cp:revision>1</cp:revision>
  <dcterms:created xsi:type="dcterms:W3CDTF">2026-04-30T13:52:53Z</dcterms:created>
  <dcterms:modified xsi:type="dcterms:W3CDTF">2026-04-30T13:52:53Z</dcterms:modified>
</cp:coreProperties>
</file>